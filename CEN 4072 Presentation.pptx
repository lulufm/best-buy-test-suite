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  <p:sldId id="379" r:id="rId14"/>
    <p:sldId id="380" r:id="rId15"/>
    <p:sldId id="381" r:id="rId16"/>
    <p:sldId id="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5388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70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/>
              <a:t>Hello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SPEAKING IMPACT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{311BAA95-3592-4A45-A14B-69BF24AFC27E}TFe8699e8e-689b-4d7e-abcf-e888fd749829db3118dc_win32-d573b439b56f</Template>
  <TotalTime>0</TotalTime>
  <Words>430</Words>
  <Application>Microsoft Office PowerPoint</Application>
  <PresentationFormat>Widescreen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Nova</vt:lpstr>
      <vt:lpstr>Biome</vt:lpstr>
      <vt:lpstr>Calibri</vt:lpstr>
      <vt:lpstr>Custom</vt:lpstr>
      <vt:lpstr>Hello</vt:lpstr>
      <vt:lpstr>Agenda</vt:lpstr>
      <vt:lpstr>The Power of</vt:lpstr>
      <vt:lpstr>Overcoming 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Martinez</dc:creator>
  <cp:lastModifiedBy>Luis Martinez</cp:lastModifiedBy>
  <cp:revision>2</cp:revision>
  <dcterms:created xsi:type="dcterms:W3CDTF">2026-03-31T13:41:53Z</dcterms:created>
  <dcterms:modified xsi:type="dcterms:W3CDTF">2026-04-01T03:32:19Z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